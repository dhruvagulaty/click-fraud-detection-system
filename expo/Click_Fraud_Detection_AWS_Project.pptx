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130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51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10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03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509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522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96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568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131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252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320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247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Click Fraud Detection in Online Advertisements using AWS Cloud Services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Anant Shrivastava</a:t>
            </a:r>
            <a:endParaRPr dirty="0"/>
          </a:p>
          <a:p>
            <a:r>
              <a:rPr lang="en-US" dirty="0"/>
              <a:t>RA2311028010116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Click fraud occurs when automated bots or malicious users repeatedly click on online ads to drain advertising budgets or manipulate analytics.</a:t>
            </a:r>
          </a:p>
          <a:p>
            <a:endParaRPr/>
          </a:p>
          <a:p>
            <a:r>
              <a:t>This project aims to detect such fraudulent clicks using machine learning techniques deployed on AWS Cloud.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fraudulent and human clicks in online ad networks.</a:t>
            </a:r>
          </a:p>
          <a:p>
            <a:r>
              <a:t>• Build a scalable and automated detection pipeline using AWS services.</a:t>
            </a:r>
          </a:p>
          <a:p>
            <a:r>
              <a:t>• Use machine learning to find anomalous click behavior.</a:t>
            </a:r>
          </a:p>
          <a:p>
            <a:r>
              <a:t>• Deploy model for real-time fraud detection and visualization.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dirty="0" err="1"/>
              <a:t>Avazu</a:t>
            </a:r>
            <a:r>
              <a:rPr dirty="0"/>
              <a:t> Click-Through Rate (CTR) Dataset – large-scale ad click data.</a:t>
            </a:r>
          </a:p>
          <a:p>
            <a:r>
              <a:rPr lang="en-US" dirty="0"/>
              <a:t>• Synthetic clickstream data generated using Python (Faker library).</a:t>
            </a:r>
          </a:p>
          <a:p>
            <a:r>
              <a:rPr lang="en-US" dirty="0"/>
              <a:t>• Key features: click time, IP, device, ad ID, user agent, campaign ID, etc.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project leverages the following AWS services:</a:t>
            </a:r>
          </a:p>
          <a:p>
            <a:endParaRPr dirty="0"/>
          </a:p>
          <a:p>
            <a:r>
              <a:rPr dirty="0"/>
              <a:t>• AWS Glue – Data cleaning and feature engineering</a:t>
            </a:r>
          </a:p>
          <a:p>
            <a:r>
              <a:rPr dirty="0"/>
              <a:t>• Amazon SageMaker – Model training and deploymen</a:t>
            </a:r>
            <a:r>
              <a:rPr lang="en-US" dirty="0"/>
              <a:t>t</a:t>
            </a:r>
          </a:p>
          <a:p>
            <a:r>
              <a:rPr dirty="0"/>
              <a:t>• Amazon CloudFront – GUI and web delivery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 with AWS Glue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Glue crawlers detect schema from raw click logs.</a:t>
            </a:r>
          </a:p>
          <a:p>
            <a:r>
              <a:t>• ETL jobs transform timestamps, device types, and aggregate features.</a:t>
            </a:r>
          </a:p>
          <a:p>
            <a:r>
              <a:t>• Clean data stored in S3 for training in SageMaker.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 in Amazon SageMaker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Unsupervised anomaly detection using Isolation Forest.</a:t>
            </a:r>
          </a:p>
          <a:p>
            <a:r>
              <a:t>• Input features normalized using MinMaxScaler.</a:t>
            </a:r>
          </a:p>
          <a:p>
            <a:r>
              <a:t>• Trained model stored and deployed as a SageMaker endpoint.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lang="en-US" dirty="0"/>
              <a:t>1. </a:t>
            </a:r>
            <a:r>
              <a:rPr lang="en-US" dirty="0" err="1"/>
              <a:t>Streamlit</a:t>
            </a:r>
            <a:r>
              <a:rPr dirty="0"/>
              <a:t> invokes SageMaker endpoint for prediction.</a:t>
            </a:r>
          </a:p>
          <a:p>
            <a:r>
              <a:rPr lang="en-US" dirty="0"/>
              <a:t>2</a:t>
            </a:r>
            <a:r>
              <a:rPr dirty="0"/>
              <a:t>. Prediction result returned via API Gateway.</a:t>
            </a:r>
          </a:p>
          <a:p>
            <a:r>
              <a:rPr lang="en-US" dirty="0"/>
              <a:t>3</a:t>
            </a:r>
            <a:r>
              <a:t>. </a:t>
            </a:r>
            <a:r>
              <a:rPr dirty="0"/>
              <a:t>Frontend (CloudFront/</a:t>
            </a:r>
            <a:r>
              <a:rPr dirty="0" err="1"/>
              <a:t>Streamlit</a:t>
            </a:r>
            <a:r>
              <a:rPr dirty="0"/>
              <a:t>) visualizes fraud likelihood.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Isolation Forest successfully separated fraudulent vs genuine clicks.</a:t>
            </a:r>
          </a:p>
          <a:p>
            <a:r>
              <a:t>• Detected anomalous sessions with high precision.</a:t>
            </a:r>
          </a:p>
          <a:p>
            <a:r>
              <a:t>• Real-time inference achieved through Lambda.</a:t>
            </a:r>
          </a:p>
          <a:p>
            <a:r>
              <a:t>• Visual dashboard built using Streamlit or hosted via CloudFront.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Optimization and Free Tier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All services configured under AWS Free Tier.</a:t>
            </a:r>
          </a:p>
          <a:p>
            <a:r>
              <a:t>• Used minimal SageMaker instances for short training sessions.</a:t>
            </a:r>
          </a:p>
          <a:p>
            <a:r>
              <a:t>• Paused endpoints and Glue jobs when idle to save credits.</a:t>
            </a:r>
          </a:p>
          <a:p>
            <a:r>
              <a:t>• Lambda and API Gateway used for cost-efficient compute.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/ GUI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synthetic website generates clickstream data.</a:t>
            </a:r>
          </a:p>
          <a:p>
            <a:r>
              <a:t>• The data is logged, processed, and analyzed in real time.</a:t>
            </a:r>
          </a:p>
          <a:p>
            <a:r>
              <a:t>• Streamlit-based or CloudFront-hosted GUI displays predictions.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 and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Demonstrated end-to-end click fraud detection.</a:t>
            </a:r>
          </a:p>
          <a:p>
            <a:r>
              <a:rPr dirty="0"/>
              <a:t>• Automated, scalable, and cost-efficient architecture.</a:t>
            </a:r>
          </a:p>
          <a:p>
            <a:r>
              <a:rPr dirty="0"/>
              <a:t>• Future improvements:</a:t>
            </a:r>
          </a:p>
          <a:p>
            <a:r>
              <a:rPr dirty="0"/>
              <a:t>   - Add supervised learning for labeled fraud data.</a:t>
            </a:r>
          </a:p>
          <a:p>
            <a:r>
              <a:rPr dirty="0"/>
              <a:t>   - Integrate streaming data with Kinesis.</a:t>
            </a:r>
          </a:p>
          <a:p>
            <a:r>
              <a:rPr dirty="0"/>
              <a:t>   - Improve visualization dashboard.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81</TotalTime>
  <Words>454</Words>
  <Application>Microsoft Office PowerPoint</Application>
  <PresentationFormat>On-screen Show (4:3)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Tw Cen MT</vt:lpstr>
      <vt:lpstr>Tw Cen MT Condensed</vt:lpstr>
      <vt:lpstr>Wingdings 3</vt:lpstr>
      <vt:lpstr>Integral</vt:lpstr>
      <vt:lpstr>Click Fraud Detection in Online Advertisements using AWS Cloud Services</vt:lpstr>
      <vt:lpstr>Problem Statement</vt:lpstr>
      <vt:lpstr>Objectives</vt:lpstr>
      <vt:lpstr>Dataset Description</vt:lpstr>
      <vt:lpstr>AWS Architecture Overview</vt:lpstr>
      <vt:lpstr>Data Preprocessing with AWS Glue</vt:lpstr>
      <vt:lpstr>Model Training in Amazon SageMaker</vt:lpstr>
      <vt:lpstr>Deployment Pipeline</vt:lpstr>
      <vt:lpstr>Results &amp; Evaluation</vt:lpstr>
      <vt:lpstr>Cost Optimization and Free Tier Usage</vt:lpstr>
      <vt:lpstr>Live Demo / GUI</vt:lpstr>
      <vt:lpstr>Conclusion and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Anant Shrivastava</cp:lastModifiedBy>
  <cp:revision>7</cp:revision>
  <dcterms:created xsi:type="dcterms:W3CDTF">2013-01-27T09:14:16Z</dcterms:created>
  <dcterms:modified xsi:type="dcterms:W3CDTF">2025-10-27T05:59:13Z</dcterms:modified>
  <cp:category/>
</cp:coreProperties>
</file>